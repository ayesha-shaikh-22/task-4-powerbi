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15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86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92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53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88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89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75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40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45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17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83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422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84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164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15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15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1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79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6600" dirty="0"/>
              <a:t>HR Attrition Dashboard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Power BI Dashboard Overview</a:t>
            </a:r>
            <a:endParaRPr lang="en-IN" dirty="0"/>
          </a:p>
          <a:p>
            <a:r>
              <a:rPr lang="en-IN" dirty="0"/>
              <a:t>By Ayesha Mohammad </a:t>
            </a:r>
            <a:r>
              <a:rPr lang="en-IN"/>
              <a:t>Gous Shaikh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Agenda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781A86-AE61-C7EC-0364-69679429DD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700" y="1101949"/>
            <a:ext cx="6711654" cy="4195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KPIs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Attrition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Demographic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 &amp; Job Role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Behavioral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Factors Influencing Attrition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Key KPIs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FEA47D-BF71-44B8-FE1C-91685BA730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700" y="2551123"/>
            <a:ext cx="463431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Employees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Attrition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Attrition Rate (%)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Employee 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Monthly Income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Years at Company)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Attrition Summary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BBA707-11A8-6B24-B167-49AB8533D8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700" y="2509794"/>
            <a:ext cx="753601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attrition count and percentage highlighted.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Attrition analyzed across multiple dimensions such as age, gender,       department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Young employees show higher attrition compared to older age groups.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departments and job roles have significantly higher attrition.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Attrition by job role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1A927C-7A43-ACEF-3063-5D400CB7DB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700" y="2319109"/>
            <a:ext cx="790177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 job roles experience higher turnover.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targeted training, career growth paths, or salary adjustments.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understand whether workload, stress, or career stagnation is contributing to attrition.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B9BD-90B4-BE17-914D-5AF2A93F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Attrition by Gender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07DF88E-D682-78DD-E51B-8E92954D25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700" y="2003453"/>
            <a:ext cx="61583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Donut chart showing male vs female attrition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Reveals any gender imbalance in turnover.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review equality and HR policy gaps.</a:t>
            </a:r>
          </a:p>
        </p:txBody>
      </p:sp>
    </p:spTree>
    <p:extLst>
      <p:ext uri="{BB962C8B-B14F-4D97-AF65-F5344CB8AC3E}">
        <p14:creationId xmlns:p14="http://schemas.microsoft.com/office/powerpoint/2010/main" val="4046142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41CB-39E6-E1D3-476A-FD178D951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Attrition by Age Group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A34D97-C0AD-1B21-A032-B28C1FB515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700" y="2478941"/>
            <a:ext cx="746286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Younger employees (especially 26–35) show higher attrition.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early-career dissatisfaction or lack of growth opportunities.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Older age groups show better retention.</a:t>
            </a:r>
          </a:p>
        </p:txBody>
      </p:sp>
    </p:spTree>
    <p:extLst>
      <p:ext uri="{BB962C8B-B14F-4D97-AF65-F5344CB8AC3E}">
        <p14:creationId xmlns:p14="http://schemas.microsoft.com/office/powerpoint/2010/main" val="3244809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3B8E-2ED2-31F8-1061-3B39314D7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Line Chart: Age vs Attrition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07F651-666B-01FE-27E6-D3307ECB8A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700" y="2655725"/>
            <a:ext cx="705538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how attrition varies across individual ages (18–60).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attrition observed in mid-career employees.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Trendline shows general attrition slope.</a:t>
            </a:r>
          </a:p>
        </p:txBody>
      </p:sp>
    </p:spTree>
    <p:extLst>
      <p:ext uri="{BB962C8B-B14F-4D97-AF65-F5344CB8AC3E}">
        <p14:creationId xmlns:p14="http://schemas.microsoft.com/office/powerpoint/2010/main" val="767237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73AD-D903-D390-77BA-38A438938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Line Chart: Age vs Attrition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8D073B-3E93-364F-96F8-CB7E260F94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700" y="2549062"/>
            <a:ext cx="718244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income has a strong influence on attrition.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Employees working overtime have significantly higher attrition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Attrition is also influenced by tenure — most exits happen early in the career.</a:t>
            </a:r>
          </a:p>
        </p:txBody>
      </p:sp>
    </p:spTree>
    <p:extLst>
      <p:ext uri="{BB962C8B-B14F-4D97-AF65-F5344CB8AC3E}">
        <p14:creationId xmlns:p14="http://schemas.microsoft.com/office/powerpoint/2010/main" val="4106611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57A9E-9B3D-3854-6CF4-27A86920B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Recommendations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60E03E9-BE06-4CF1-065A-C1F358E4B9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700" y="2374339"/>
            <a:ext cx="686545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onboarding &amp; early employee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Re-evaluate salary structure for low-income roles.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overtime dependency by better workforce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 better career progression and promotion paths.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employee wellness and work-life balance initiatives.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 HR support in high-risk departments.</a:t>
            </a:r>
          </a:p>
        </p:txBody>
      </p:sp>
    </p:spTree>
    <p:extLst>
      <p:ext uri="{BB962C8B-B14F-4D97-AF65-F5344CB8AC3E}">
        <p14:creationId xmlns:p14="http://schemas.microsoft.com/office/powerpoint/2010/main" val="3469825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086D3-9712-727D-F663-EA81A666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884D9D-E64D-6428-A726-DCD1BFFD0E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710" y="2707887"/>
            <a:ext cx="837887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HR Attrition Dashboard identifies clear patterns in employee turnover.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insights into demographic, departmental, and behavioral factors driving attrition.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HR teams create targeted strategies to reduce attrition and improve employee retention.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data-driven decisions can lead to a healthier workforce and better organizational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15623179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</TotalTime>
  <Words>359</Words>
  <Application>Microsoft Office PowerPoint</Application>
  <PresentationFormat>On-screen Show (4:3)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HR Attrition Dashboard Summary</vt:lpstr>
      <vt:lpstr>Agenda</vt:lpstr>
      <vt:lpstr>Key KPIs</vt:lpstr>
      <vt:lpstr>Attrition Summary</vt:lpstr>
      <vt:lpstr>Attrition by job role</vt:lpstr>
      <vt:lpstr>Attrition by Gender</vt:lpstr>
      <vt:lpstr>Attrition by Age Group</vt:lpstr>
      <vt:lpstr>Line Chart: Age vs Attrition</vt:lpstr>
      <vt:lpstr>Line Chart: Age vs Attrition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ashu203831@outlook.com</cp:lastModifiedBy>
  <cp:revision>2</cp:revision>
  <dcterms:created xsi:type="dcterms:W3CDTF">2013-01-27T09:14:16Z</dcterms:created>
  <dcterms:modified xsi:type="dcterms:W3CDTF">2025-11-18T15:32:22Z</dcterms:modified>
  <cp:category/>
</cp:coreProperties>
</file>